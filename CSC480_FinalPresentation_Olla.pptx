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480  ·  FINAL PRESENTATION  ·  MAY 6,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of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 Reviews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1440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D5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ML on the IMDb 50k dataset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5623560"/>
            <a:ext cx="2743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7607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 Olla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6144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Chicheng Zhang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03920" y="2194560"/>
            <a:ext cx="3017520" cy="2834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24231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91.3%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50392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accuracy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0" y="4069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+ TF-IDF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ablation tuning)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480 · Final Presentation · Ethan Olla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Mid-project results at a glance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sentiment classification of 50k IMDb reviews using three classical ML classifiers and three feature representations.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mid-project result: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+ TF-IDF (uni+bi) at 91.12%, beating the Maas et al. 2011 baseline of 88.9%.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remained: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study, deeper error analysis, and positioning against the state-of-the-art skyline.</a:t>
            </a:r>
            <a:endParaRPr lang="en-US" sz="1400" dirty="0"/>
          </a:p>
        </p:txBody>
      </p:sp>
      <p:pic>
        <p:nvPicPr>
          <p:cNvPr id="8" name="Image 0" descr="plot_accura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783080"/>
            <a:ext cx="5669280" cy="3108960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5120640"/>
          <a:ext cx="50292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+Bigrams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D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480 · Final Presentation · Ethan Olla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study: what actually matters?</a:t>
            </a:r>
            <a:endParaRPr lang="en-US" sz="3200" dirty="0"/>
          </a:p>
        </p:txBody>
      </p:sp>
      <p:pic>
        <p:nvPicPr>
          <p:cNvPr id="7" name="Image 0" descr="plot_ab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83080"/>
            <a:ext cx="685800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0" y="1783080"/>
            <a:ext cx="42062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8096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2286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Keeping stop words is critical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0" y="25786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them drops accuracy 1.3 points. Words like "not," "no," and "never" carry negation signal the model needs.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80960" y="3291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Bigrams add +2 points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80960" y="35844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alone: 89.1%. Adding bigrams: 91.1%. Pairs like "not good" and "the worst" drive the gain.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80960" y="4297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min_df=2 edges out min_df=5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80960" y="45902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91.32% vs 91.12%. Slightly larger vocab helps but gains are marginal past this point.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680960" y="53035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 is robust to C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80960" y="55961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C=0.5 and C=1.0 are nearly tied. Only extreme values (0.01) significantly hurt.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Sublinear TF has minimal impact (0.06 pts). The default configuration was already near-optimal.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480 · Final Presentation · Ethan Olla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the model fail?</a:t>
            </a:r>
            <a:endParaRPr lang="en-US" sz="3200" dirty="0"/>
          </a:p>
        </p:txBody>
      </p:sp>
      <p:pic>
        <p:nvPicPr>
          <p:cNvPr id="7" name="Image 0" descr="plot_length_bucke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83080"/>
            <a:ext cx="530352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0" y="1783080"/>
            <a:ext cx="5669280" cy="301752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1920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NEGATION PROBLEM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0" y="233172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6217920" y="3291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errors contain negation words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217920" y="37947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with negation: 91.0% accuracy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without negation: 92.3% accuracy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1,976 of 2,219 errors involve words like "not," "never," "don't." Even with bigrams, long-range negation and sarcasm remain the dominant failure mode.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" y="5074920"/>
            <a:ext cx="10972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5074920"/>
            <a:ext cx="82296" cy="118872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5120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1440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reviews are easiest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(92.5%) because they tend to be blunt and unambiguous. 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reviews are harder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(90.7%) because they mix positive and negative language. </a:t>
            </a:r>
            <a:pPr indent="0" marL="0">
              <a:buNone/>
            </a:pPr>
            <a:r>
              <a:rPr lang="en-US" sz="1200" i="1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~9% error budget is dominated by negation, which bigrams only partially capture.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480 · Final Presentation · Ethan Olla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far can classical ML go?</a:t>
            </a:r>
            <a:endParaRPr lang="en-US" sz="3200" dirty="0"/>
          </a:p>
        </p:txBody>
      </p:sp>
      <p:pic>
        <p:nvPicPr>
          <p:cNvPr id="7" name="Image 0" descr="plot_sky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83080"/>
            <a:ext cx="594360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75120" y="2148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ML captures most of the signal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75120" y="24963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 with a linear SVM, no neural components.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75120" y="3017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is the bottleneck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75120" y="336499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and stop word retention matter more than classifier choice.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75120" y="3886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Negation is the ceiling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75120" y="423367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errors involve negation. Breaking past 91% needs contextual understanding.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5800" y="4937760"/>
            <a:ext cx="10972800" cy="0"/>
          </a:xfrm>
          <a:prstGeom prst="line">
            <a:avLst/>
          </a:prstGeom>
          <a:noFill/>
          <a:ln w="12700">
            <a:solidFill>
              <a:srgbClr val="7A001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5074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well-tuned TF-IDF + SVM pipeline is a surprisingly strong baseline. The remaining headroom belongs to models that understand context, not just word counts.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A0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Movie Reviews - Final</dc:title>
  <dc:subject>PptxGenJS Presentation</dc:subject>
  <dc:creator>Ethan Olla</dc:creator>
  <cp:lastModifiedBy>Ethan Olla</cp:lastModifiedBy>
  <cp:revision>1</cp:revision>
  <dcterms:created xsi:type="dcterms:W3CDTF">2026-05-11T05:28:58Z</dcterms:created>
  <dcterms:modified xsi:type="dcterms:W3CDTF">2026-05-11T05:28:58Z</dcterms:modified>
</cp:coreProperties>
</file>