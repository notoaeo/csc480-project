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 ·  MID-PROJECT UPDATE  ·  APRIL 13,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of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Reviews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D5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 on the IMDb 50k dataset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623560"/>
            <a:ext cx="2743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760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Olla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44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Chicheng Zhang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2194560"/>
            <a:ext cx="3017520" cy="2834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423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91.1%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50392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+ TF-IDF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(unigrams + bigrams)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Mid-Project Update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classical ML read a movie review's tone?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messy, subjective, sometimes sarcastic. Before reaching for neural models, how far can well-tuned classical pipelines get on a binary positive vs. negative task?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017520"/>
            <a:ext cx="82296" cy="18288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Multinomial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fast.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text baseline.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30175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017520"/>
            <a:ext cx="82296" cy="18288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54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calibrated,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 for NLP.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66760" y="30175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3017520"/>
            <a:ext cx="82296" cy="18288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3154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4023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Margin-based, built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high-dim text.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120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(unigrams)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   </a:t>
            </a:r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(unigrams)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   </a:t>
            </a:r>
            <a:pPr indent="0" marL="0">
              <a:buNone/>
            </a:pPr>
            <a:r>
              <a:rPr lang="en-US" sz="15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(unigrams + bigrams)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Mid-Project Update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IMDb 50k, cleaned and vectorized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566160" cy="146304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reviews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(Maas et al., 2011)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566160" cy="146304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25k / 25k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1828800"/>
            <a:ext cx="3566160" cy="146304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152,680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6676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vocabulary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(min_df = 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846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&lt;br&gt;,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71800" y="402336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5468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54680" y="4846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train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test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402336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4846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/ TF-IDF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1-2grams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43800" y="402336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668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26680" y="4846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/ LR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29800" y="402336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1268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12680" y="4846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acc, P, R, F1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average 229 words (median 171, p95 585). Corpus is perfectly balanced: 25k positive, 25k negative.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Mid-Project Update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bigrams + Linear SVM wins</a:t>
            </a:r>
            <a:endParaRPr lang="en-US" sz="3200" dirty="0"/>
          </a:p>
        </p:txBody>
      </p:sp>
      <p:pic>
        <p:nvPicPr>
          <p:cNvPr id="7" name="Image 0" descr="plot_accura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7132320" cy="38404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783080"/>
          <a:ext cx="356616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+Bigr.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010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001000" y="4297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help every model.
</a:t>
            </a:r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jumps +2.6pts, hinting at negation handling.
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beats Maas 2011 (88.9%).
</a:t>
            </a:r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91.12% on the same 25k test set, no word vectors.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Mid-Project Update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TF-IDF + LogReg actually learn?</a:t>
            </a:r>
            <a:endParaRPr lang="en-US" sz="3200" dirty="0"/>
          </a:p>
        </p:txBody>
      </p:sp>
      <p:pic>
        <p:nvPicPr>
          <p:cNvPr id="7" name="Image 0" descr="plot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7132320" cy="3657600"/>
          </a:xfrm>
          <a:prstGeom prst="rect">
            <a:avLst/>
          </a:prstGeom>
        </p:spPr>
      </p:pic>
      <p:pic>
        <p:nvPicPr>
          <p:cNvPr id="8" name="Image 1" descr="plot_confus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38160" y="1783080"/>
            <a:ext cx="3566160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38160" y="52120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138160" y="5212080"/>
            <a:ext cx="82296" cy="109728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21040" y="52852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SKEW LONGER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321040" y="55321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reviews average 235 words vs. 229 for correct ones.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480 · Mid-Project Update · Ethan Olla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work and known risks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FINAL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13432"/>
            <a:ext cx="256032" cy="256032"/>
          </a:xfrm>
          <a:prstGeom prst="ellipse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2402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(Apr 18)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error analysis: sarcasm, mixed reviews, length buckets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90672"/>
            <a:ext cx="256032" cy="256032"/>
          </a:xfrm>
          <a:prstGeom prst="ellipse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017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(Apr 25)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vocab size cutoffs, stop words, sublinear TF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67912"/>
            <a:ext cx="256032" cy="256032"/>
          </a:xfrm>
          <a:prstGeom prst="ellipse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7947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(May 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results + discussion in NeurIPS LaTeX template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645152"/>
            <a:ext cx="256032" cy="256032"/>
          </a:xfrm>
          <a:prstGeom prst="ellipse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177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572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(May 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presentation; submit report May 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1828800"/>
            <a:ext cx="4937760" cy="4389120"/>
          </a:xfrm>
          <a:prstGeom prst="rect">
            <a:avLst/>
          </a:prstGeom>
          <a:solidFill>
            <a:srgbClr val="F3EAD9"/>
          </a:solidFill>
          <a:ln w="12700">
            <a:solidFill>
              <a:srgbClr val="E6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are already close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and SVM are within 1 point. Plan: ablation study on vocab size and stop words.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Sarcasm and negation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931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helped but cannot catch long-range flips. Will quantify negation errors.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Beating our own 91% is hard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5212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extensions stall, shift focus to interpretability: per-class features, calibration.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A0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2026-05-11T05:28:57Z</dcterms:created>
  <dcterms:modified xsi:type="dcterms:W3CDTF">2026-05-11T05:28:57Z</dcterms:modified>
</cp:coreProperties>
</file>